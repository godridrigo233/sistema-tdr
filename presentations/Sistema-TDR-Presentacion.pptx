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presentar beneficios y próximos pasos al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Ejemplo: retrasos por buscar archivos en distintas carpetas.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en términos sencillos: es la "receta" del trabajo a contratar.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Enfocado en ahorro de tiempo y reducción de riesgos.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flujo en la demo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ejemplos de personas reales del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beneficios económicos y operativos.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Evitar tecnicismos; enfocar en protección de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Sugerir plan de 2–4 semanas para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Proponer fecha para demo y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30213"/>
                </a:solidFill>
              </a:defRPr>
            </a:pPr>
            <a:r>
              <a:t>Sistema de Gestión de TDR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141418"/>
                </a:solidFill>
              </a:defRPr>
            </a:pPr>
            <a:r>
              <a:t>Simplifica creación, revisión y archivo de documentos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¿Qué problema resolvemos?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Duplicidad de documentos y versiones descontroladas.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Falta de trazabilidad: quién y cuándo cambió.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Demoras en aprobaciones y comunicaciones internas.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¿Qué es un TDR?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Documento con tareas, responsabilidades y plazos.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Se usa en contrataciones y acuerdos con proveedores/locadores.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Clave para cumplimiento y control administrativo.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Objetivos para usted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Centralizar documentos y evitar duplicados.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Reducir tiempo de aprobación y notificaciones automáticas.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Mantener registro claro de cambios para auditoría.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Cómo funciona (flujo 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Crear TDR → asignar participantes → notificar → revisar → aprobar → archivar.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Cada acción queda registrada y visible para los autorizados.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Roles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Administrador: configura el sistema y gestiona usuarios.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Contratante: crea TDR y solicita aprobaciones.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Locador/Proveedor: revisa y responde.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Auditor: accede al historial y reportes.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Beneficios para su institución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Menos errores y pérdida de documentos.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Claridad en responsabilidades y tiempos.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Evidencia para auditorías y cumplimiento.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Seguridad y confiabilidad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Accesos por rol: control y permisos.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Registro de cambios: quién, cuándo y qué.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Recomendación: backups periódicos y SSL.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Integración y despliegue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Se integra con email para notificaciones.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Despliegue progresivo: piloto con 1 equipo.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Opcional: firma electrónica y almacenamiento externo.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30213"/>
                </a:solidFill>
              </a:defRPr>
            </a:pPr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41418"/>
                </a:solidFill>
              </a:defRPr>
            </a:pPr>
            <a:r>
              <a:t>Validación con usuarios clave (prueba piloto).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Ajuste de roles y permisos según su estructura.</a:t>
            </a:r>
          </a:p>
          <a:p>
            <a:pPr>
              <a:defRPr sz="1800">
                <a:solidFill>
                  <a:srgbClr val="141418"/>
                </a:solidFill>
              </a:defRPr>
            </a:pPr>
            <a:r>
              <a:t>Plan de despliegue y capacitación breve.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